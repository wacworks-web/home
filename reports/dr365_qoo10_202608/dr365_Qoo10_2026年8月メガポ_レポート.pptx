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dr365様 Qoo10 2026年8月メガポ（8/1〜8/9）の振り返り。比較対象は7月メガポ（7/1〜7/9）。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売上・集客とも前月比プラス。新規獲得は好調だがリピート育成と成分KWの回復が課題。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広告費13,200に対し広告売上91,450、ROAS693%。予算配分と配信期間の平準化が次の論点。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A.Z.に予算の6割を投下しROAS211%。ROAS2,000%帯のTOP2へ振り替えるのが最大の改善余地。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①は商品企画（メガ割向けセット商品）ご提案①より。③はセール用クリエイティブと回遊導線の整備。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F4D">
              <a:alpha val="95000"/>
            </a:srgbClr>
          </a:solidFill>
          <a:ln w="12700">
            <a:solidFill>
              <a:srgbClr val="191F4D"/>
            </a:solidFill>
            <a:prstDash val="solid"/>
          </a:ln>
        </p:spPr>
      </p:sp>
      <p:pic>
        <p:nvPicPr>
          <p:cNvPr id="4" name="Image 1" descr="assets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2167128"/>
            <a:ext cx="3785616" cy="26151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099048" y="2167128"/>
            <a:ext cx="0" cy="2697480"/>
          </a:xfrm>
          <a:prstGeom prst="line">
            <a:avLst/>
          </a:prstGeom>
          <a:noFill/>
          <a:ln w="9525">
            <a:solidFill>
              <a:srgbClr val="9AA0B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48272" y="23957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dr365様  Qoo10 メガポ 振り返りレポート</a:t>
            </a:r>
            <a:endParaRPr lang="en-US" sz="1950" dirty="0"/>
          </a:p>
        </p:txBody>
      </p:sp>
      <p:sp>
        <p:nvSpPr>
          <p:cNvPr id="7" name="Text 3"/>
          <p:cNvSpPr txBox="1"/>
          <p:nvPr/>
        </p:nvSpPr>
        <p:spPr>
          <a:xfrm>
            <a:off x="67482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2026年8月メガポ 運用振り返り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748272" y="3566160"/>
            <a:ext cx="4846320" cy="18288"/>
          </a:xfrm>
          <a:prstGeom prst="rect">
            <a:avLst/>
          </a:prstGeom>
          <a:solidFill>
            <a:srgbClr val="5B6182"/>
          </a:solidFill>
          <a:ln w="12700">
            <a:solidFill>
              <a:srgbClr val="5B618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748272" y="36758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対象期間: 2026年8月1日〜9日（メガポ期間 9日間）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748272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比較: 2026年7月1日〜9日（メガポ期間）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748272" y="4370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作成：株式会社Wacworks   |   2026年8月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 ─ 2026年8月メガポ（8/1〜9）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比較：2026年7月メガポ（7/1〜9）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9日間合計（7月比 +5.8%）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96784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961376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961376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128件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961376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平均14.2件/日（+5.8%）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044928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09520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209520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1,265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209520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平均141人/日（+11.1%）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93072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57664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平均客単価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457664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¥3,495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7457664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前月比ほぼ横ばい（+¥1）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541215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705807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購入顧客数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05807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125名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9705807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新規75.2%（+6.9pt）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48640" y="2487168"/>
            <a:ext cx="11094415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04672" y="2606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総評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04672" y="2971800"/>
            <a:ext cx="10582351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8月メガポ期間（8/1〜9）売上¥447,380を達成。7月同期間（¥422,818）比で +5.8%、+¥24,562の成長。前年同月（¥234,300）比では +91.0% と大幅な伸長。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UVデイエッセンスNが売上1位（¥142,120 / 40件）。7月比 +¥60,401（+74%）の躍進で、単月で全体の31.8%を占める最大の牽引役に。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プレエッセンスNが2位（¥100,040 / 20件）。客単価¥5,002の高単価商品が7月比 +5% と安定推移し、収益面を下支え。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TOP2で売上の54.1%。前月までの「A.Z.セラムショット主導」から、V.C.ライン主導の売上構造へ明確に転換した。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新規顧客94名・新規比率75.2%（7月68.3%から +6.9pt）。フォロワーは1,124名（9日間で +20名）と過去最高を更新。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一方でリピーターは38名→31名（-18.4%）、「アゼライン酸」KWは101→77件（-24%）と減少。次回メガ割に向けた最重要課題。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KPI比較サマリー（メガポ同日比較）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  vs  7/1〜7/9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¥422,818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¥447,380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6784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933944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933944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121件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933944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128件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2933944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44928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182088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182088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1,139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182088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1,265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182088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+11.1%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93072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30232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430232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10.62%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430232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10.12%</a:t>
            </a:r>
            <a:endParaRPr lang="en-US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7430232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-0.51pt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541215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678375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客単価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678375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¥3,494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78375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¥3,495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9678375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横ばい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95728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2331720"/>
                <a:gridCol w="1828800"/>
                <a:gridCol w="185623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7月メガポ（7/1-9）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8月メガポ（8/1-9）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¥422,818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+¥24,562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売上件数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平均客単価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-0.51pt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高水準維持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新規比率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68.3%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+6.9pt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新規増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過去最高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548640" y="55961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集客（訪問者+11.1%・PV+14.8%）が売上（+5.8%）を上回って伸びており、上流の流入拡大に対し下流の転換が追いついていない状態。CVR 10.12% は Qoo10平均の2.5倍以上で水準は良好。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5" name="Text 3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売上推移 ─ 2026年8月メガポ 日別（表）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8/1〜8/9（9日間）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17320"/>
                <a:gridCol w="868680"/>
                <a:gridCol w="960120"/>
                <a:gridCol w="960120"/>
                <a:gridCol w="1097280"/>
                <a:gridCol w="960120"/>
                <a:gridCol w="1097280"/>
                <a:gridCol w="2542032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新規/リピ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¥54,450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7.34%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¥3,403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好スタート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¥63,478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10.40%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週末ピーク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 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¥50,672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9.55%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 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¥27,309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8.04%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¥3,034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中弛み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 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¥30,529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9.18%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¥3,392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 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¥26,084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6.48%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 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¥81,616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16.30%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¥48,487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¥64,755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13.64%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最終日ピーク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94/31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553712"/>
            <a:ext cx="11094415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ハイライト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992624"/>
            <a:ext cx="1058235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8/7（金）¥81,616・22件・CVR16.30% が期間最高。訪問135人に対し高効率で転換し、単日で期間売上の18.2%を占めた。</a:t>
            </a:r>
            <a:endParaRPr lang="en-US" sz="10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前半（8/1〜3）¥168,600 と 後半（8/7〜9）¥194,858 の二山構造。中盤（8/4〜6）は¥83,922に落ち込み、ここの底上げが次回の最大の伸びしろ。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顧客・新規/リピート比較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286000"/>
                <a:gridCol w="228600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前期比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購入顧客（合計）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新規顧客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82名(68.3%)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94名(75.2%)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38名(31.7%)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31名(24.8%)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-18.4%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フォロワー（期末）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フォロワー増（期中）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1人あたり売上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¥3,579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+57.1%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776472"/>
            <a:ext cx="11094415" cy="2487168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3877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考察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206240"/>
            <a:ext cx="10582351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顧客数+4.2%に対し新規+14.6%。今回の成長は新規獲得エンジンが主導しており、集客面は健全に機能している。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一方リピーターは-18.4%。7月は6月メガ割直後の再購入が上乗せされていた反動と推察され、8月単体で見れば平常水準への回帰。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新規比率75.2%は5月（76.8%）とほぼ同水準に回帰。7月の68.3%が例外値であり、構造的な悪化ではない。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1人あたり売上は¥3,523→¥3,579（+1.6%）と微増。UVデイエッセンスNの複数個購入が客単価を下支えした。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次回メガ割の最大テーマは「8月に獲得した新規94名のリピート転換」。獲得した新規を離脱させない育成設計が急務。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チャネル別流入分析（PV）─ 7月vs8月 TOP10比較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合計PV 1,493 → 1,714（+14.8%）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68680"/>
                <a:gridCol w="868680"/>
                <a:gridCol w="777240"/>
                <a:gridCol w="1097280"/>
                <a:gridCol w="114300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チャネル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Keyword Plus（広告）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パワーランクアップ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+0.7%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検索結果_一般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+45.5%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±0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外部_Google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+65.6%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Myページ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商品詳細ページ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-40.5%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最近見た商品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ホーム_全体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+18.8%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合計（ページビュー合計）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909560" y="1051560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92440" y="11612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ショップ流入 +45.5%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4538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167→243PV。ショップページ経由の回遊が最大の伸び。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909560" y="2093976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92440" y="220370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お気に入り +22.0%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49631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304→371PV。構成比21.6%でリピート基盤が着実に厚みを増す。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09560" y="3136392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92440" y="324612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外部Google +65.6%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53872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32→53PV。外部SEOが新規認知の入口として機能。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909560" y="4178808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092440" y="428853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商品詳細ページ -40.5%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58114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42→25PV。商品間の相互回遊が弱化。レコメンド強化の余地。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285232"/>
            <a:ext cx="11094415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394960"/>
            <a:ext cx="105823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検索（27.3%）＋お気に入り（21.6%）＋ダイレクト（14.3%）＋ショップ（14.2%）の4本柱。指名・再訪型の流入が全体の50%超を占め、ブランド資産が着実に積み上がる構造。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ただし検索は+4.2%と伸びが鈍化し、構成比は30.1%→27.3%へ低下。次回メガ割では広告入札とKW拡張で検索流入の再加速が必要。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商品別売上ランキング ─ 2026年8月メガポ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全12SKU / 売上¥447,380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1位 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 N（31.8%）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2位 売上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 N（22.4%）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TOP2合計シェア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54.1%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V.C.ライン主導の構造へ転換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販売商品数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12SKU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TOP3で売上の68.4%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1109441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828032"/>
                <a:gridCol w="1600200"/>
                <a:gridCol w="1051560"/>
                <a:gridCol w="132588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順位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¥4,322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¥2,852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セラムインローション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¥7,294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¥3,647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その他3商品（ドリップステム/ハンドセラム/リップ）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¥9,841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 全12商品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TOP3で売上の68.4%。V.C. UVデイエッセンスN（季節需要）/ V.C. プレエッセンスN（高単価）/ A.Z. セラムショット（成分指名）の3軸構造。7月まで首位だったA.Z.が3位に後退し、V.C.ラインへ重心が移った。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13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商品別売上比較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913632"/>
                <a:gridCol w="1325880"/>
                <a:gridCol w="960120"/>
                <a:gridCol w="1325880"/>
                <a:gridCol w="960120"/>
                <a:gridCol w="1371600"/>
                <a:gridCol w="1234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¥81,719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+¥60,401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+74%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¥95,038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¥70,983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-¥6,931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¥39,713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+¥12,148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¥34,600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¥31,372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-¥8,556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¥20,196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¥12,177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68096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伸長した商品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UVデイエッセンスN：¥82k→¥142k（+74%）。盛夏の紫外線ピーク需要を完全に捕捉し、単月で全体の約1/3を占める。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モイストフォーミングウォッシュ：¥40k→¥52k（+31%）。5月投入の新商品が定番化フェーズへ移行。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プレエッセンスN：¥95k→¥100k（+5%）。¥5,002の高単価を維持しつつ着実に積み上げ。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233008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452464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減少した商品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452464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A.Z.セラムショット：-10%。PV 381→359、「アゼライン酸」KWが101→77件へ減少したことが直接要因。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ディープリペアクリーム：-50%、メルトスクラブウォッシュ：-27%。高単価クリーム・洗顔カテゴリの需要がUV／フォーミングへ移動。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対策：UV需要が落ちる秋以降を見据え、A.Z.と保湿ラインの再強化を先行して着手する。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13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UVデイエッセンス N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1194113791 / 30g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全体の31.8% / No.1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7月23件比 +74%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¥3,553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中価格 × 季節需要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392 / 10.20%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全SKU中トップ効率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【商品概要】日焼け止め兼美容液。ビタミンC配合・ウォータープルーフ処方。SPF/PA と美容液を1本で兼ねる「時短スキンケア」訴求の主力商品。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7月23件→8月40件（+74%）。盛夏の紫外線需要ピークを捕捉し、単月で全体の31.8%を占める最大商品に。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PV392でCVR 10.20%。流入量・転換率とも全SKU中トップで、投資効率が最も高い。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検索92PVのうち広告（KW Plus 43 / パワーランクアップ 43）が86PVで94%。自然検索はわずか6PVで広告依存度が高い。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関連KW：「日焼け止め」6件、「dr365 日焼け止め」3件、「dr365 uv」2件、「dr365 公式 日焼け止め」2件。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自然検索の獲得（最優先）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検索流入の94%が広告依存。商品タイトル先頭に「日焼け止め」「UV」「SPF」を配置し、一般検索6PV→30PV超へ。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秋冬需要への転換設計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9月以降のUV需要減を見越し「年中使えるビタミンC美容液UV」への訴求切替を先行実施。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セット販売（UV + プレエッセンスN）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TOP2の併売。朝のスキンケア完結セットとして¥8,500帯を新設し客単価を引き上げ。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ダイレクト76PVの受け皿強化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指名再訪が多いため、商品ページ上部にリピート用まとめ買い（2個/3個）導線を設置。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プレエッセンス N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1147122231 / 30ml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全体の22.4% / No.2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7月19件比 +5%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¥5,002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 最高単価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249 / 8.03%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9.79% から微減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【商品概要】導入美容液（ブースター）。洗顔後の一番手に使い、後続のスキンケアの浸透を高める設計。毛穴・肌あれ・透明感を訴求。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単価¥5,002は全SKU中最高。20件で¥100,040と、件数の少なさを単価でカバーする収益貢献型の商品。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PVは194→249（+28%）と伸びた一方、CVRは9.79%→8.03%へ微減。比較検討層の流入が増えた影響と推察。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検索78PVのうちパワーランクアップ44PVが最大。広告経由の露出が指名検索を押し上げる好循環。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KW「dr365 v.c.プレエッセンス」11件（7月7件）、「dr365 v.c. プレエッセンス n」3件（新規）、「導入美容液」6件（7月4件）と指名・カテゴリとも拡大。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「導入美容液」KWの刈り取り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6件→20件へ。「先行美容液」「ブースター美容液」を商品タグ・タイトルへ追加し受け皿を拡張。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使用順序コンテンツの整備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導入美容液は使い方訴求がCVRを左右。ページ上部に「洗顔→プレエッセンス→UV」の図解を配置。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高単価ゆえのカゴ落ち対策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カート25PVに対し20件。2本セット／定期購入で1回あたりの負担を下げ、離脱を抑制。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UVデイエッセンスとのバンドル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TOP2併売でCVR8%台を底上げ。朝ケア完結セットとして両商品ページから相互送客。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13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広告パフォーマンス ─ AD アナリティクス（8/1〜9）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出典：Qoo10 広告レポート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広告費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13,200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Qcash / 9日間合計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96784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961376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広告売上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961376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¥91,450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961376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メガポ期間合計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044928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09520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ROAS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209520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693%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209520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広告費の約7倍を回収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93072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57664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広告経由 購入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457664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24件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7457664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広告CVR 7.48%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541215" y="1051560"/>
            <a:ext cx="2101840" cy="1188720"/>
          </a:xfrm>
          <a:prstGeom prst="roundRect">
            <a:avLst>
              <a:gd name="adj" fmla="val 53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705807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全体売上への寄与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05807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20.4%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9705807" y="1901952"/>
            <a:ext cx="177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¥447,380中 ¥91,450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5989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1188720"/>
                <a:gridCol w="1005840"/>
                <a:gridCol w="914400"/>
                <a:gridCol w="960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クリック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2,500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¥7,153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5,500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¥12,396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 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¥11,358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1,420%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 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¥10,659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1,332%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 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¥12,064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1,508%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 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¥5,704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 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¥8,555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1,069%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¥13,557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3,389%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13,200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¥91,450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8" name="Text 24"/>
          <p:cNvSpPr txBox="1"/>
          <p:nvPr/>
        </p:nvSpPr>
        <p:spPr>
          <a:xfrm>
            <a:off x="6812280" y="2377440"/>
            <a:ext cx="4830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広告メニュー別</a:t>
            </a:r>
            <a:endParaRPr lang="en-US" sz="10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670048"/>
          <a:ext cx="483077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49808"/>
                <a:gridCol w="969264"/>
                <a:gridCol w="731520"/>
                <a:gridCol w="8229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メニュー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10,400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¥66,068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8.32%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¥25,382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¥91,450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30" name="Shape 25"/>
          <p:cNvSpPr/>
          <p:nvPr/>
        </p:nvSpPr>
        <p:spPr>
          <a:xfrm>
            <a:off x="548640" y="5532120"/>
            <a:ext cx="11094415" cy="740664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804672" y="5623560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キーワードプラスは費用の78.8%で売上の72.2%を創出。CTR 8.32%・CVR 9.14%と主力メニューとして機能している。</a:t>
            </a:r>
            <a:endParaRPr lang="en-US" sz="9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パワーランクアップは露出の89.4%（imp 19,904）を占めるがCTR 0.62%。低単価ゆえROAS 906%は高く、認知獲得の枠として維持しつつ商品を絞る運用が有効。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3" name="Text 2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13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 広告パフォーマンス ─ 予算配分の検証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8/1〜9 / 広告出稿 全4商品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60120"/>
                <a:gridCol w="1143000"/>
                <a:gridCol w="960120"/>
                <a:gridCol w="960120"/>
                <a:gridCol w="914400"/>
                <a:gridCol w="822960"/>
                <a:gridCol w="777240"/>
                <a:gridCol w="777240"/>
                <a:gridCol w="761695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インプ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クリック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¥40,016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2,501%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3,318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1.93%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¥24,871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1,554%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7,676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0.99%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7.89%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8,400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¥17,686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9,529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1.31%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6.40%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¥8,877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3.20%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 全4商品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13,200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¥91,450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22,271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7.48%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34015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 × 広告メニュー別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94176"/>
          <a:ext cx="5989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25880"/>
                <a:gridCol w="658368"/>
                <a:gridCol w="850392"/>
                <a:gridCol w="73152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メニュー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広告費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ROAS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プレエッセンス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¥25,010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2,779%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14.29%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プレエッセンス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¥15,006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2,144%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UVデイエッセンス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¥21,318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2,369%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20.92%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UVデイエッセンス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¥3,553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0.47%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¥15,535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4.68%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¥2,151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モイストフォーミング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キーワードプラス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¥4,205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22.50%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モイストフォーミング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パワーランクアップ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¥4,672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812280" y="4453128"/>
            <a:ext cx="4830775" cy="115214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7031736" y="4526280"/>
            <a:ext cx="43918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7031736" y="483717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031736" y="483717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9"/>
          <p:cNvSpPr txBox="1"/>
          <p:nvPr/>
        </p:nvSpPr>
        <p:spPr>
          <a:xfrm>
            <a:off x="7333488" y="4809744"/>
            <a:ext cx="4090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A.Z.の広告費を縮小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7031736" y="518464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031736" y="518464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2"/>
          <p:cNvSpPr txBox="1"/>
          <p:nvPr/>
        </p:nvSpPr>
        <p:spPr>
          <a:xfrm>
            <a:off x="7333488" y="5157216"/>
            <a:ext cx="4090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縮小分をプレエッセンスN・UVデイエッセンスNへ振替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次回メガ割に向けた改善アクション ─ 優先3施策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8月メガポ実績＋商品企画にもとづく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3515258" cy="4892040"/>
          </a:xfrm>
          <a:prstGeom prst="roundRect">
            <a:avLst>
              <a:gd name="adj" fmla="val 182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1289304"/>
            <a:ext cx="329184" cy="3291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6384" y="1289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207008" y="1252728"/>
            <a:ext cx="261914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 N のメガ割適用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19476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 拠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86384" y="2148840"/>
            <a:ext cx="303977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売上2位 ¥100,040（構成比22.4%）。客単価¥5,002は全SKU最高、広告ROASも2,501%で最高効率。にもかかわらずメガ割が適用できておらず、最大の伸びしろを取り逃している。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2644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804672" y="3552444"/>
            <a:ext cx="68580" cy="68580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9264" y="3465576"/>
            <a:ext cx="28568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GWP付与等で定価を¥6,000へ引き上げ、メガ割適用後¥5,200で販売（商品企画ご提案①）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04672" y="4155948"/>
            <a:ext cx="68580" cy="68580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9264" y="4069080"/>
            <a:ext cx="28568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セール期間のみ単品ページを差し替え、適用金額から20%OFFを実施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04672" y="4759452"/>
            <a:ext cx="68580" cy="68580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9264" y="4672584"/>
            <a:ext cx="28568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適用可否をQoo10側と事前確認し、セール開始前に反映を完了させる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86384" y="5404104"/>
            <a:ext cx="3039770" cy="475488"/>
          </a:xfrm>
          <a:prstGeom prst="roundRect">
            <a:avLst>
              <a:gd name="adj" fmla="val 9615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04104"/>
            <a:ext cx="29666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目標： プレエッセンスN 売上 ≧ ¥150,000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338218" y="1143000"/>
            <a:ext cx="3515258" cy="4892040"/>
          </a:xfrm>
          <a:prstGeom prst="roundRect">
            <a:avLst>
              <a:gd name="adj" fmla="val 182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575962" y="1289304"/>
            <a:ext cx="329184" cy="3291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5962" y="1289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996586" y="1252728"/>
            <a:ext cx="261914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広告予算をROASの高い商品へ再配分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4575962" y="19476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 拠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4575962" y="2148840"/>
            <a:ext cx="303977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商品別ROASはプレエッセンスN 2,501%・UVデイエッセンスN 1,554%に対し、A.Z. セラムショットは211%。広告全体ではROAS 693%・広告売上¥91,450（全体売上の20.4%）。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575962" y="32644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594250" y="3552444"/>
            <a:ext cx="68580" cy="68580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58842" y="3465576"/>
            <a:ext cx="28568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A.Z.の広告費を縮小し、縮小分をプレエッセンスN・UVデイエッセンスNへ振替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594250" y="4155948"/>
            <a:ext cx="68580" cy="68580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758842" y="4069080"/>
            <a:ext cx="28568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 8.32%のキーワードプラスを主軸に、指名KW中心の運用へ寄せる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594250" y="4759452"/>
            <a:ext cx="68580" cy="68580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58842" y="4672584"/>
            <a:ext cx="28568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パワーランクアップは露出枠と割り切り、出稿商品をTOP2へ絞る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575962" y="5404104"/>
            <a:ext cx="3039770" cy="475488"/>
          </a:xfrm>
          <a:prstGeom prst="roundRect">
            <a:avLst>
              <a:gd name="adj" fmla="val 9615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612538" y="5404104"/>
            <a:ext cx="29666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目標： 広告ROAS ≧ 900%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8127797" y="1143000"/>
            <a:ext cx="3515258" cy="4892040"/>
          </a:xfrm>
          <a:prstGeom prst="roundRect">
            <a:avLst>
              <a:gd name="adj" fmla="val 182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365541" y="1289304"/>
            <a:ext cx="329184" cy="3291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365541" y="1289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786165" y="1252728"/>
            <a:ext cx="261914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メガ割向けクリエイティブの制作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8365541" y="19476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 拠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8365541" y="2148840"/>
            <a:ext cx="303977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ショップ流入は167→243PV（+45.5%）と伸びる一方、商品詳細ページは42→25PV（-40.5%）と減少。入口は増えているが商品間の回遊が弱く、セール文脈のクリエイティブも不足している。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8365541" y="32644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打ち手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8383829" y="3552444"/>
            <a:ext cx="68580" cy="68580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548421" y="3465576"/>
            <a:ext cx="28568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セール用の割引率・セール価格を入れたメガ割用サムネイル／バナーを全SKU分制作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8383829" y="4155948"/>
            <a:ext cx="68580" cy="68580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548421" y="4069080"/>
            <a:ext cx="28568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商品ページ内に回遊バナーを設置し、TOP2（UVデイエッセンス×プレエッセンス）を相互送客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8383829" y="4759452"/>
            <a:ext cx="68580" cy="68580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548421" y="4672584"/>
            <a:ext cx="285689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ショップページにメガ割特集枠を常設し、期間中のトップバナーを差し替え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365541" y="5404104"/>
            <a:ext cx="3039770" cy="475488"/>
          </a:xfrm>
          <a:prstGeom prst="roundRect">
            <a:avLst>
              <a:gd name="adj" fmla="val 9615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402117" y="5404104"/>
            <a:ext cx="29666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目標： 商品詳細ページ ≧ 45PV ／ CVR ≧ 11.0%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53" name="Text 5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dr365_Qoo10_2026年8月メガポ_レポート</dc:title>
  <dc:subject>PptxGenJS Presentation</dc:subject>
  <dc:creator>株式会社Wacworks</dc:creator>
  <cp:lastModifiedBy>株式会社Wacworks</cp:lastModifiedBy>
  <cp:revision>1</cp:revision>
  <dcterms:created xsi:type="dcterms:W3CDTF">2026-08-30T15:05:45Z</dcterms:created>
  <dcterms:modified xsi:type="dcterms:W3CDTF">2026-08-30T15:05:45Z</dcterms:modified>
</cp:coreProperties>
</file>
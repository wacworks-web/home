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YAMANIGOLF 楽天市場店</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¥9,706,322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¥7,150,460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84,921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68,060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+24.8%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0.99%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-0.04pt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¥11,583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¥10,157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838件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704件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+19.0%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売上・アクセス・客単価の3指標が同時に</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特に客単価 +14.0% の改善が大きい。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7月に落ち込んだ単価水準（¥9,402）から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 1.35% からは -0.36pt と大きく低下。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高額商材は検討期間が長く、単月CVRは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アクセスの伸び（+24.8%）が売上を支えた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・傘・パラソル  -¥154K  /  トートバッグ  -¥107K  /  パンツ  -¥57K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¥7,150,460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¥8,744,236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¥12,433,179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¥11,796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¥12,506,076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¥11,257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¥14,084,676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¥10,892,216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¥6,776,631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¥9,992,732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¥10,903,716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¥11,687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¥11,310,702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¥13,412,035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¥11,809,455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¥9,706,322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¥11,583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冷感グッズ特需の反動が出た。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¥9,402 → ¥11,583 へ回復。単価と転換率はトレードオフの関係にある。</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¥9,706,322 に対する捕捉率 87.0%。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¥747,230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¥1,611,820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堅調</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¥2,119,460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新規参入継続</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¥781,900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横ばい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¥417,030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¥42,700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¥6,257,440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753件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Meiryo" pitchFamily="34" charset="0"/>
                <a:ea typeface="Meiryo" pitchFamily="34" charset="-122"/>
                <a:cs typeface="Meiryo"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キャディバッグ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¥1,380,000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204.9%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¥874,850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¥393,330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222.4%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カートバッグ・ラウンドバッグ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¥704,900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137.2%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シャツ・ポロシャツ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¥692,900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¥981,550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帽子・バイザー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¥628,420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¥445,960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ユーティリティ用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¥283,800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116.6%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ドライバー用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¥119,440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¥196,950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パンツ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¥225,450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フェアウェイウッド用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¥145,800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メンズシューズ</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¥446,100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43.6%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トラベルカバー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406.8%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スカート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220.7%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パター用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アイアン用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¥70,350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マーカー・ハットクリップ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傘・パラソル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30.6%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ソックス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¥70,130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93.7%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アイシングバッグ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176.2%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アンダーウェア</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ボールケース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ティー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187.7%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サングラス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クラブケース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フック付タオル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セーター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ベスト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211.1%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PAMG5CUF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ビッグニコキャディバッグ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¥612,000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SUMG6SC1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APPROACH LITE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SUMG5FC1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STANDARD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WIDENER 練習器</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MBMG64GF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PRO仕様キャディバッグ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THE CADDIE BAG</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MBMG629F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PUスタンド式キャディバッグ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¥158,000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PAMG67HF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キャディバッグ (46インチ対応)</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ADMB7A01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Admiral GOLF 濡らしてひんやり冷感ベスト フード付き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練習器 (プロセンダー)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¥108,000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 (304)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 (180)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 (62)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+243.5%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 (40)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+392.5%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ゴルフ ボストンバッグ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 (77)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+146.8%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 (35)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+420.0%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(218)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-17.0%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78,968 人  ／  前年 61,370 人  ／  +28.7%</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9,385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店舗カテゴリページ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+176.5%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www.tiktok.com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1,797 → 3,539 人（+96.9%）で倍増。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+222.8%（991 → 3,199）。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流入全体は 1,988 → 673 人（-66%）。SNS 施策の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Google -1.7% / Yahoo -3.0% と外部検索はほぼ横ばい。</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 ¥9,706,322、前年比 +35.7% で大幅増収</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84,921人（+24.8%）で大幅拡大</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客単価 ¥11,583（+14.0%）、7月比 +23.2% でV字回復</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PEARLY GATES +157%（¥747K → ¥1,919K）</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Sun Mountain 新規 ¥859K / MASTER BUNNY +101%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楽天市場トップ +86.5% / Criteoリタゲ +96.9%</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RPP ROAS 372.3% を予算 -23% でも維持、CPC ¥33→¥28</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CVR 0.99%（7月 1.35% から -0.36pt）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広告依存度 60.5%（前月 51.1% / +9.4pt）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-66%（TikTok 0 継続 / Facebook -17%）</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縮小カテゴリの品揃え見直し</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シャツ・ポロシャツ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¥253,550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47.6%</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キャディバッグ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¥174,000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46.8%</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カートバッグ・ラウンドバッグ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¥164,400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¥204,200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80.5%</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パンツ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¥166,250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61.4%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帽子・バイザー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¥71,200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¥134,140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53.1%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ボストンバッグ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¥69,000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アンダーウェア</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その他</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¥130,700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42.4%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トラベルカバー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91.7%</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ベルト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135.1%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トートバッグ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93.0%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ボディバッグ・ウエストポーチ</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スカート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フェアウェイウッド用</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¥24,900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セーター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Tommy Hilfiger Golf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表は売上上位15カテゴリを掲載</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2026-09-14T13:50:00Z</dcterms:created>
  <dcterms:modified xsi:type="dcterms:W3CDTF">2026-09-14T13:50:00Z</dcterms:modified>
</cp:coreProperties>
</file>
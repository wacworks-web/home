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038"/>
                </a:solidFill>
                <a:latin typeface="Meiryo"/>
              </a:defRPr>
            </a:pPr>
            <a:r>
              <a:rPr sz="1200" b="0" i="0" u="none" strike="noStrike">
                <a:solidFill>
                  <a:srgbClr val="0E2038"/>
                </a:solidFill>
                <a:latin typeface="Meiryo"/>
              </a:rPr>
              <a:t>月次売上 推移（百万円）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月次売上（百万円）</c:v>
                </c:pt>
              </c:strCache>
            </c:strRef>
          </c:tx>
          <c:spPr>
            <a:solidFill>
              <a:srgbClr val="7E96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566B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7E96B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08</c:v>
                  </c:pt>
                  <c:pt idx="1">
                    <c:v>09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01</c:v>
                  </c:pt>
                  <c:pt idx="6">
                    <c:v>02</c:v>
                  </c:pt>
                  <c:pt idx="7">
                    <c:v>03</c:v>
                  </c:pt>
                  <c:pt idx="8">
                    <c:v>04</c:v>
                  </c:pt>
                  <c:pt idx="9">
                    <c:v>05</c:v>
                  </c:pt>
                  <c:pt idx="10">
                    <c:v>06</c:v>
                  </c:pt>
                  <c:pt idx="11">
                    <c:v>07</c:v>
                  </c:pt>
                  <c:pt idx="12">
                    <c:v>08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5.13</c:v>
                </c:pt>
                <c:pt idx="1">
                  <c:v>7.06</c:v>
                </c:pt>
                <c:pt idx="2">
                  <c:v>7.06</c:v>
                </c:pt>
                <c:pt idx="3">
                  <c:v>9.72</c:v>
                </c:pt>
                <c:pt idx="4">
                  <c:v>11.08</c:v>
                </c:pt>
                <c:pt idx="5">
                  <c:v>10.4</c:v>
                </c:pt>
                <c:pt idx="6">
                  <c:v>9.86</c:v>
                </c:pt>
                <c:pt idx="7">
                  <c:v>14.06</c:v>
                </c:pt>
                <c:pt idx="8">
                  <c:v>7.84</c:v>
                </c:pt>
                <c:pt idx="9">
                  <c:v>6.54</c:v>
                </c:pt>
                <c:pt idx="10">
                  <c:v>6.39</c:v>
                </c:pt>
                <c:pt idx="11">
                  <c:v>7.91</c:v>
                </c:pt>
                <c:pt idx="12">
                  <c:v>7.17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5566B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ED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6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03 の扉。BAG MANIA Yahoo!ショッピング店の2026年8月度実績。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売上+39.7%で3チャネル中最大の伸び率。成長はアプリ経由が牽引。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主要指標が全面的に前年超え。客単価のみ微減。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集客が全方位で拡大。購買率は楽天の約1.85倍を維持。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Q4セール期と3月決算期にピーク。8月は前年比+39.7%で底上げ。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ROAS 397%と高効率を維持も、前月463.9%からは-66.9pt。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STUARTがTOP10中8商品。訪問者あたりの効率に大きな差。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JILL STUART 37.6%で首位。楽天店（42.7%）より分散した構成。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成長はアプリ単独。売上の79.5%がアプリ経由で、前年比+60.0%。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3店舗で唯一の全面プラス。アプリ経路への集中と広告効率の回復が次の課題。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MANIA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Yahoo! ショッピング店 ／ 2026年8月度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店舗KPIサマリー  /  前年同月比較  /  アクセス・転換率分析  /  月次売上推移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Yahoo広告パフォーマンス  /  商品別売上ランキング TOP10  /  ブランド別売上分析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デバイス別売上・優良配送分析  /  まとめと推奨アクション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 店舗KPIサマリー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¥7,167,305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¥5,129,320  /  +39.7%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2424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75304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575304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35,012人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3575304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27,823  /  +25.8%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81928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64808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64808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1.65%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1.43%  /  +0.22pt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71432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354312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54312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¥12,400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¥12,888  /  -3.8%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2026年8月のハイライト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 ¥7,167,305（前年比 +39.7%）。楽天 BAG MANIA -3.2% / YAMANIGOLF +35.7% と比べ、3店舗で最大の伸び率。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訪問者 +25.8% / セッション +27.1% / PV +25.0% と集客が全方位で拡大。購買率 1.65%（+0.22pt）も改善し、注文数は 585件（+44.4%）。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成長の実体はアプリ。アプリ経由売上 ¥5,697,870（+60.0%）で構成比 79.5%（前年 69.4% / +10.1pt）。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一方 スマホWeb -6.4% / PC -6.2% と非アプリ経路は縮小しており、伸びは完全にアプリ由来。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優良配送も拡大。売上 ¥1,615,565（+56.5%）/ 注文 143件（+64.4%）で、売上シェア 22.54%（+2.41pt）。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¥12,400（-3.8%）はやや低下。Yahoo広告は ROAS 397%（前月 463.9%）と効率が落ちた点が唯一の懸念。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83080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-9.4%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¥7.91M   →   ¥7.17M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3392424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57016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672584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+11.8%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557016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31,309   →   35,012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81928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562088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-0.41pt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2.06%   →   1.65%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171432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36024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0451592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+1.0%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336024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¥12,280   →   ¥12,400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前年同月比較（2026年8月 vs 2025年8月）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¥5,129,320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+39.7%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注文件数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585件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405件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+44.4%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注文者数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578人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398人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+45.2%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35,012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27,823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セッション数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56,473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44,446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+27.1%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ページビュー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120,896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96,718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+0.22pt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¥12,400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¥12,888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280160"/>
            <a:ext cx="4187952" cy="452628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3716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45920"/>
            <a:ext cx="378561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売上・注文・集客のすべてが前年を上回る、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3店舗で唯一の全面プラス。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注文件数 +44.4% が売上 +39.7% を上回る。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客単価 -3.8% を件数の伸びが補った形で、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「買う人が増えた」ことによる素直な増収。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購買率 1.65% は楽天 BAG MANIA（0.89%）の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約1.85倍。Yahoo は購入意欲の高い顧客が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集まる構造が継続している。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ただし前月 2026/07 の 2.06% からは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-0.41pt 低下。訪問者が +11.8% 増えた分、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相対的に転換率が薄まった。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平均滞在時間 199秒（-2.0%）/ 回遊 3.45ページ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（-0.9%）は横ばい。サイト内行動は安定。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977640"/>
            <a:ext cx="6766560" cy="1828800"/>
          </a:xfrm>
          <a:prstGeom prst="roundRect">
            <a:avLst>
              <a:gd name="adj" fmla="val 250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406908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売上増 +¥2,038K の内訳（デバイス別）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4343400"/>
            <a:ext cx="6364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・アプリ  ¥3,560,790 → ¥5,697,870  （+¥2,137K / +60.0%）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・スマホWeb  ¥1,144,315 → ¥1,071,675  （-¥73K / -6.4%）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・PC  ¥424,215 → ¥397,760  （-¥26K / -6.2%）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増加分はアプリ単独で +¥2,137K。非アプリ経路の -¥99K を差し引いて +¥2,038K。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Yahoo の成長はアプリ内の露出獲得によるものと断定できる。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アクセス・転換率分析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35,012人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+25.8%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1.65%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1.43% / +0.22pt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¥12,400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¥12,888 / -3.8%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697480"/>
            <a:ext cx="11173968" cy="2240280"/>
          </a:xfrm>
          <a:prstGeom prst="roundRect">
            <a:avLst>
              <a:gd name="adj" fmla="val 2041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" y="3063240"/>
            <a:ext cx="10771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訪問者 35,012人（+25.8%）／ セッション 56,473（+27.1%）／ PV 120,896（+25.0%）と、集客指標が揃って拡大。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PV の伸び（+25.0%）が訪問者の伸び（+25.8%）とほぼ同率で、1人あたりの回遊量は変わらないまま母数が増えた健全な拡大。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購買率 1.65%（前年 +0.22pt）。楽天 BAG MANIA の 0.89% に対し約1.85倍で、Yahoo の高転換体質は継続。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一方、前月 2026/07 の 2.06% からは -0.41pt。訪問者が +11.8% 増えた分だけ相対的に転換率が薄まった形で、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注文件数自体は 659件 → 585件（-11.2%）と減少している点には注意が必要。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¥12,400（-3.8%）。名刺入れ（平均単価 ¥6,566）など小物の販売増が単価を押し下げた。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平均滞在時間 199秒（-2.0%）／ 平均回遊ページ数 3.45（-0.9%）はほぼ横ばいで、サイト内の行動品質は維持されている。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267004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+11.8%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31,309   →   35,012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29768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6227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購買率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46480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-0.41pt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46227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2.06%   →   1.65%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092440" y="4946904"/>
            <a:ext cx="358444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57032" y="502920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注文件数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259568" y="50292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-11.2%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257032" y="52760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659件   →   585件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月次売上推移（直近13ヶ月）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¥5,129,320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¥12,888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2025/09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¥7,056,550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¥13,239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¥7,056,215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1.80%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¥14,198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¥9,715,700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¥14,101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2025/12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¥11,084,249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¥13,102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¥10,399,845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¥9,856,826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2.11%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¥13,447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¥14,060,721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¥12,829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¥7,838,095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1.71%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¥12,683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¥6,540,603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¥6,387,312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¥12,800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¥7,908,515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2.06%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¥12,280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E7C7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¥12,400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983480" y="1280160"/>
          <a:ext cx="6720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3"/>
          <p:cNvSpPr/>
          <p:nvPr/>
        </p:nvSpPr>
        <p:spPr>
          <a:xfrm>
            <a:off x="4983480" y="5029200"/>
            <a:ext cx="6720840" cy="1188720"/>
          </a:xfrm>
          <a:prstGeom prst="roundRect">
            <a:avLst>
              <a:gd name="adj" fmla="val 384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184648" y="5120640"/>
            <a:ext cx="6318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推移の読み方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184648" y="5394960"/>
            <a:ext cx="6318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2026/08（ティール）は ¥7.17M。前年同月 ¥5.13M から +39.7% と大きく底上げされた。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売上ピークは 2026/03 ¥14.06M、2025/12 ¥11.08M、2026/01 ¥10.40M。Q4セール期と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3月決算期に需要が集中する構造は楽天店と共通。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前月 ¥7.91M からは -9.4%。ただし前年同月の水準（¥5.13M）を大きく上回っており、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年間を通じたベースラインそのものが切り上がっている。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Yahoo広告パフォーマンス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表示回数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4,346,242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 0.71%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30,840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 ¥35（前月 ¥37）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広告費（配信実績）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¥1,080,261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請求額 ¥1,077,339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580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397%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 463.9% / -66.9pt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8056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広告経由売上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¥4,288,966</a:t>
            </a:r>
            <a:endParaRPr lang="en-US" sz="2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月次売上の 59.8%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9244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7532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CPA（注文獲得単価）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¥3,052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 354件 / CVR 1.15%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02920" y="3877056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4088" y="3968496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" y="4242816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ROAS 397% は絶対水準としては高効率（楽天 BAG MANIA 270.5% / YAMANIGOLF 372.3% を上回る）だが、前月 463.9% から -66.9pt 低下。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広告費 ¥1,080,261（前月 ¥1,019,816 / +5.9%）に対し広告経由売上は ¥4,730,803 → ¥4,288,966（-9.3%）へ減少。投下を増やしたが回収が落ちた。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CPC ¥35（前月 ¥37）は改善、CTR 0.71%（前月 0.70%）も横ばい。つまりクリックまでの効率は落ちていない。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悪化しているのはクリック後。広告CVR 1.15%（前月 1.44% / -0.29pt）、CPA ¥3,052（前月 ¥2,575 / +18.5%）。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店舗全体の購買率も 2.06% → 1.65% と同方向に動いており、広告固有ではなく8月の需要全体が薄かった可能性が高い。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広告依存度 59.8%（前月 59.8%）で横ばい。売上の約6割を広告が支える構造は変わっていない。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6016752"/>
            <a:ext cx="11173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広告費はYahoo広告レポートの「利用金額（配信実績）」基準。請求額 ¥1,077,339 との差は ¥2,922。CVR・CPA は売上件数 354件から算出。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商品別売上ランキング TOP10（2026年8月）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73968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5047488"/>
                <a:gridCol w="1325880"/>
                <a:gridCol w="777240"/>
                <a:gridCol w="100584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商品コード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購買率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¥288,900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1.78%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¥270,200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2.34%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L字ファスナー折り財布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¥209,400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¥197,100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JSLW0DT1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エターナル ラウンドファスナー長財布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¥183,600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JSLW5AT1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インプルーブ ラウンドファスナー長財布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¥130,600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3.70%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JSLW3AM1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グローリア 名刺入れ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¥118,200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4.46%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PDLWBES3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 パドロック L字ファスナー折り財布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¥118,200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BMMW6JS2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 DESIGN Aggressive 二つ折り財布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¥114,300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578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2.42%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JSLW5AS1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 インプルーブ 口金折り財布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¥98,700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2.99%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029200"/>
            <a:ext cx="11173968" cy="1152144"/>
          </a:xfrm>
          <a:prstGeom prst="roundRect">
            <a:avLst>
              <a:gd name="adj" fmla="val 3968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" y="512064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 分析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04088" y="5394960"/>
            <a:ext cx="10771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TOP10 のうち 8商品が JILL STUART。1位 グローリア 折り財布 ¥288,900（22件）、2位 グローリア 口金折り財布 ¥270,200（19件）。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注目は購買率の差。7位 グローリア 名刺入れ 4.46% / 8位 PINKY&amp;DIANNE パドロック L字 4.07% / 6位 インプルーブ ラウンド長財布 3.70% と、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上位商品（1位 1.78% / 3位 1.65%）の2倍以上。集客量は少ないが転換効率が突出しており、露出を増やす余地が最も大きい。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特に 6位 インプルーブ ラウンドファスナー長財布 は訪問者189人・購買率3.70%・客単価 ¥18,657 と、少ない流入で高単価を取れている。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6236208"/>
            <a:ext cx="11173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前年比は2025年8月の商品レポートが未取得のため本版では非掲載。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ブランド別売上分析（2026年8月）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777240"/>
                <a:gridCol w="868680"/>
                <a:gridCol w="11430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JILL STUART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¥2,691,876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¥12,126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Pinky&amp;Dianne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¥986,951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¥12,986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MARGARET HOWELL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¥944,700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¥17,176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PATRICK COX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¥690,320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¥10,620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BEAMS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¥590,696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¥8,438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LANVIN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¥471,862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¥10,040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UNGARO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¥321,265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¥11,899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MANIUNO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¥286,250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¥20,446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Mila schon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¥134,600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¥8,973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¥48,785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¥7,167,305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¥11,541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75120" y="1280160"/>
            <a:ext cx="5010912" cy="4480560"/>
          </a:xfrm>
          <a:prstGeom prst="roundRect">
            <a:avLst>
              <a:gd name="adj" fmla="val 1020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76288" y="137160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876288" y="1645920"/>
            <a:ext cx="460857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上位3ブランドで構成比 64.6%。楽天 BAG MANIA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（上位3で 68.7%、JILL STUART 単独 42.7%）より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分散しており、Yahoo のほうがブランドバランスが良い。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JILL STUART 37.6%（222件・平均単価 ¥12,126）で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首位だが、楽天店ほどの一極集中ではない。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MANIUNO は構成比 4.0% ながら平均単価 ¥20,446 で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全ブランド中最高。MARGARET HOWELL ¥17,176 と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合わせて高単価帯の受け皿として機能している。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逆に BEAMS は平均単価 ¥8,438 と最も低いが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注文70件で5位。低単価・高回転で件数を稼ぐ役割。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チャネルごとにブランドの効き方が違う点も重要。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LANVIN は楽天店 3.8% に対し Yahoo では 6.6%、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MANIUNO も 1.7% → 4.0% と Yahoo で構成比が高い。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チャネル別の品揃え・露出配分を検討する余地がある。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54864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Yahooストア管理ツールの商品レポート（親商品行）を集計。合計は店舗売上 ¥7,167,305 と完全一致（捕捉率 100%）。前年比は2025年8月分が未取得のため本版では非掲載。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デバイス別売上・優良配送分析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155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デバイス別売上（2026年8月 vs 2025年8月）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25880"/>
                <a:gridCol w="822960"/>
                <a:gridCol w="1325880"/>
                <a:gridCol w="8229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2026/08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 2025/08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¥5,697,870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79.5%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¥3,560,790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スマホWeb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¥1,071,675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¥1,144,315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PC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¥397,760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¥424,215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3063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デバイス別 PV と PVあたり売上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83280"/>
          <a:ext cx="6766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960120"/>
                <a:gridCol w="96012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 2026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 2025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PV単価 26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PV単価 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90,497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66,698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+35.7%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¥63.0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¥53.4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+18.0%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スマホWeb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21,859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21,849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+0.0%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¥49.0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¥52.4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PC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8,540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8,171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¥46.6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¥51.9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-10.3%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02920" y="4983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優良配送（2026年8月 vs 2025年8月）</a:t>
            </a:r>
            <a:endParaRPr lang="en-US" sz="11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30352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¥1,615,565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¥1,032,620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+56.5%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売上シェア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22.54%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20.13%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+2.41pt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注文件数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143件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87件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+64.4%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優良配送 注文シェア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24.44%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21.48%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+2.96pt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7498080" y="1444752"/>
            <a:ext cx="4187952" cy="484632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699248" y="153619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7699248" y="1810512"/>
            <a:ext cx="378561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Yahoo の成長はアプリ単独で説明できる。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アプリ経由売上 ¥3,560,790 → ¥5,697,870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（+60.0% / +¥2,137K）。売上構成比は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69.4% → 79.5% へ +10.1pt 上昇した。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対してスマホWeb -6.4% / PC -6.2% と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非アプリは縮小。売上増 +¥2,038K 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アプリの +¥2,137K から非アプリの -¥99K を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引いた値で、増加分はすべてアプリ由来。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質も上がっている。アプリの PVあたり売上は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¥53.4 → ¥63.0（+18.0%）。PV +35.7% を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上回る売上 +60.0% で、露出が増えただけ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でなく転換も改善した。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優良配送は売上 +56.5% / 注文 +64.4%、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シェア 22.54%（+2.41pt）。アプリ内の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検索順位・訴求に効く施策として、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対象商品の拡大は引き続き有効。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推奨：アプリ向けの露出施策（優良配送対象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拡大・アプリ限定クーポン）に集中投下。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PC/スマホWeb は維持に留めてよい。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まとめと推奨アクション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Yahoo!ショッピング店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Yahoo!ショッピング店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成果・ポジティブ指標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売上 ¥7,167,305、前年比 +39.7% で3店舗中最大の伸び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注文件数 585件（+44.4%）/ 注文者数 578人（+45.2%）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訪問者 35,012人（+25.8%）/ セッション +27.1% / PV +25.0%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購買率 1.65%（+0.22pt）、楽天 BAG MANIA の約1.85倍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アプリ経由売上 +60.0%、構成比 79.5%（+10.1pt）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アプリ PVあたり売上 ¥53.4 → ¥63.0（+18.0%）と質も改善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優良配送 売上 +56.5% / 注文 +64.4% / シェア +2.41pt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ROAS 397% は3店舗中で最高水準（楽天BM 270.5%）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ブランド構成が楽天店より分散（上位3で 64.6%）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MANIUNO ¥20,446 / MARGARET HOWELL ¥17,176 の高単価帯が機能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207008"/>
            <a:ext cx="5513832" cy="4572000"/>
          </a:xfrm>
          <a:prstGeom prst="roundRect">
            <a:avLst>
              <a:gd name="adj" fmla="val 1200"/>
            </a:avLst>
          </a:prstGeom>
          <a:solidFill>
            <a:srgbClr val="EAF4F4"/>
          </a:solidFill>
          <a:ln w="12700">
            <a:solidFill>
              <a:srgbClr val="C3DCD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課題・推奨アクション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3736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購買率 2.06% → 1.65%（前月比 -0.41pt）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注文件数も 659件 → 585件（-11.2%）。要因の特定が必要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Yahoo広告 ROAS 463.9% → 397%（-66.9pt）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CPC ¥35 は改善済み。悪化はクリック後（CVR 1.44%→1.15%）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商品ページ・在庫・価格の見直しを優先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CPA ¥2,575 → ¥3,052（+18.5%）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広告費は +5.9% 増だが経由売上 -9.3%。投下量の再検討を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広告依存度 59.8% と高止まり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オーガニック（アプリ内検索）の強化で依存度を下げる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スマホWeb -6.4% / PC -6.2% と非アプリ経路が縮小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アプリに集中投下し、PC/スマホWeb は維持に留める判断を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客単価 ¥12,400（-3.8%）→ 小物比率上昇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高単価ブランド（MANIUNO・MARGARET HOWELL）の露出拡大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高購買率商品（名刺入れ 4.46% 等）が低露出のまま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訪問者数の少ない高効率商品への集客を強化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WAC WORKS</dc:creator>
  <cp:lastModifiedBy>WAC WORKS</cp:lastModifiedBy>
  <cp:revision>1</cp:revision>
  <dcterms:created xsi:type="dcterms:W3CDTF">2026-09-13T11:42:00Z</dcterms:created>
  <dcterms:modified xsi:type="dcterms:W3CDTF">2026-09-13T11:42:00Z</dcterms:modified>
</cp:coreProperties>
</file>
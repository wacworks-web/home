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2038"/>
                </a:solidFill>
                <a:latin typeface="Meiryo"/>
              </a:defRPr>
            </a:pPr>
            <a:r>
              <a:rPr sz="1100" b="0" i="0" u="none" strike="noStrike">
                <a:solidFill>
                  <a:srgbClr val="0E2038"/>
                </a:solidFill>
                <a:latin typeface="Meiryo"/>
              </a:rPr>
              <a:t>週次 売上構成（百万円）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自然検索売上（百万円）</c:v>
                </c:pt>
              </c:strCache>
            </c:strRef>
          </c:tx>
          <c:spPr>
            <a:solidFill>
              <a:srgbClr val="8DA2B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8/1-7</c:v>
                  </c:pt>
                  <c:pt idx="1">
                    <c:v>8/8-14</c:v>
                  </c:pt>
                  <c:pt idx="2">
                    <c:v>8/15-21</c:v>
                  </c:pt>
                  <c:pt idx="3">
                    <c:v>8/22-28</c:v>
                  </c:pt>
                  <c:pt idx="4">
                    <c:v>8/29-31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3.42</c:v>
                </c:pt>
                <c:pt idx="1">
                  <c:v>3.61</c:v>
                </c:pt>
                <c:pt idx="2">
                  <c:v>3.23</c:v>
                </c:pt>
                <c:pt idx="3">
                  <c:v>3.27</c:v>
                </c:pt>
                <c:pt idx="4">
                  <c:v>1.49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広告経由売上（百万円）</c:v>
                </c:pt>
              </c:strCache>
            </c:strRef>
          </c:tx>
          <c:spPr>
            <a:solidFill>
              <a:srgbClr val="146E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8/1-7</c:v>
                  </c:pt>
                  <c:pt idx="1">
                    <c:v>8/8-14</c:v>
                  </c:pt>
                  <c:pt idx="2">
                    <c:v>8/15-21</c:v>
                  </c:pt>
                  <c:pt idx="3">
                    <c:v>8/22-28</c:v>
                  </c:pt>
                  <c:pt idx="4">
                    <c:v>8/29-31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1.8</c:v>
                </c:pt>
                <c:pt idx="1">
                  <c:v>2.2</c:v>
                </c:pt>
                <c:pt idx="2">
                  <c:v>1.79</c:v>
                </c:pt>
                <c:pt idx="3">
                  <c:v>1.83</c:v>
                </c:pt>
                <c:pt idx="4">
                  <c:v>0.97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5566B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12700" cap="flat">
              <a:solidFill>
                <a:srgbClr val="EDF0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556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4556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04 の扉。BAG MANIA Amazonベンダーの2026年8月度実績。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上代+15.0%で4チャネル中最大規模。ただし増収は全額が広告由来。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増収は全額が広告由来。自然検索は-7.0%で縮小している。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月末3日に広告費を集中投下、ROASは1,201%→558%まで低下。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露出を倍にしながらCPC-28%。広告単体の効率は大幅改善。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上代+7.0%で伸長も、店舗全体の伸び(+15.0%)には届かず構成比は低下。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4チャネル最大規模。広告効率は良いが、自然検索の縮小が中期リスク。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MANIA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0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ベンダー ／ 2026年8月度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749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店舗KPIサマリー  /  前年同月比較  /  週次推移と広告投下バランス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Amazon広告パフォーマンス  /  JILL STUART 実績  /  まとめと推奨アクション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A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|  Source: 【ヤマニ様】amazonベンダー_運用レポート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  店舗KPIサマリー（Amazon）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Amazon ベンダー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売上（上代）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¥23,619,924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¥20,535,221  /  +15.0%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92424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75304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575304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2,214件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3575304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1,940  /  +14.1%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81928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64808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464808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¥10,668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6464808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¥10,585  /  +0.8%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71432" y="1234440"/>
            <a:ext cx="2697480" cy="1207008"/>
          </a:xfrm>
          <a:prstGeom prst="roundRect">
            <a:avLst>
              <a:gd name="adj" fmla="val 4545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9354312" y="1362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354312" y="1600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¥860,421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9354312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¥602,659  /  +42.8%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2697480"/>
            <a:ext cx="11173968" cy="1975104"/>
          </a:xfrm>
          <a:prstGeom prst="roundRect">
            <a:avLst>
              <a:gd name="adj" fmla="val 2315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4088" y="2788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2026年8月のハイライト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" y="3063240"/>
            <a:ext cx="1077163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上代売上 ¥23,619,924（前年比 +15.0%）。楽天BM ¥14.9M / YAMANIGOLF ¥9.7M / Yahoo ¥7.2M を大きく上回り、4チャネル中最大規模。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ただし増収の中身に注意が必要。広告経由売上 ¥4,373,712 → ¥8,597,023（+96.6%）と倍増した一方、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自然検索売上は ¥16,161,509 → ¥15,022,901（-7.0%）と減少。売上増 +¥3,085K は広告経由の +¥4,223K を、自然検索の -¥1,139K が相殺した形。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結果、広告経由売上の構成比は 21.3% → 36.4%（+15.1pt）へ急上昇。広告依存度が1年で大きく高まった。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広告運用自体は改善。ROAS 726% → 999% / CPC ¥25 → ¥18 / ACOS 13.78% → 10.01%。インプ +104% / クリック +100% と露出を倍にしつつ単価を下げられている。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一方で全体ROAS（上代÷広告費）は 3,407% → 2,745%、TACOS は 2.93% → 3.64% に上昇。店舗全体としての広告コスト率は悪化している。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前月比（2026年7月 → 2026年8月）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7512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売上（上代）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783080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-11.9%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¥26.81M   →   ¥23.62M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3392424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557016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672584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-11.9%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557016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2,512   →   2,214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281928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46520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7562088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-13.2%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46520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¥991,673   →   ¥860,421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9171432" y="5175504"/>
            <a:ext cx="26974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336024" y="525780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ROAS（広告）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10451592" y="5257800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+36pt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336024" y="55046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963%   →   999%</a:t>
            </a:r>
            <a:endParaRPr lang="en-US" sz="1350" dirty="0"/>
          </a:p>
        </p:txBody>
      </p:sp>
      <p:sp>
        <p:nvSpPr>
          <p:cNvPr id="42" name="Text 39"/>
          <p:cNvSpPr txBox="1"/>
          <p:nvPr/>
        </p:nvSpPr>
        <p:spPr>
          <a:xfrm>
            <a:off x="502920" y="6144768"/>
            <a:ext cx="1117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売上は日別実績の合計値。運用レポートのサマリ欄（¥22,828,454）は集計式が8月31日を含んでおらず ¥791,470 少ない。詳細は最終ページ注記。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前年同月比較（2026年8月 vs 2025年8月）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Amazon ベンダー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/  2026年8月度 分析レポート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売上（上代）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¥23,619,924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¥20,535,221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+15.0%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売上（下代）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¥14,970,830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¥13,317,056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+12.4%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売上件数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2,214件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1,940件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+14.1%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¥10,668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¥10,585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自然検索売上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¥15,022,901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¥16,161,509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-7.0%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広告経由売上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¥8,597,023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¥4,373,712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+96.6%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広告経由 構成比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36.4%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21.3%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+15.1pt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広告費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¥860,421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¥602,659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+42.8%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280160"/>
            <a:ext cx="4187952" cy="4526280"/>
          </a:xfrm>
          <a:prstGeom prst="roundRect">
            <a:avLst>
              <a:gd name="adj" fmla="val 109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99248" y="13716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99248" y="1645920"/>
            <a:ext cx="378561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上代 +15.0% は4チャネル中で最大の規模。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件数 +14.1% が伴っており、実需の拡大。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ただし成長の質には課題がある。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売上増  +¥3,085K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＝ 広告経由  +¥4,223K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＋ 自然検索  -¥1,139K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広告を倍増させて増収を作り、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オーガニックは目減りしている。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広告経由の構成比は 21.3% → 36.4%。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売上の3分の1以上が広告依存となった。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客単価 ¥10,668（+0.8%）はほぼ横ばい。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単価ではなく件数で伸ばした月。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広告効率そのものは大きく改善しているため、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短期の判断としては正しい投下。ただし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自然検索の低下が続くと広告費なしでは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売上が維持できない構造になる。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3977640"/>
            <a:ext cx="6766560" cy="1554480"/>
          </a:xfrm>
          <a:prstGeom prst="roundRect">
            <a:avLst>
              <a:gd name="adj" fmla="val 2941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4088" y="4069080"/>
            <a:ext cx="6364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売上構成の変化（上代ベース）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04088" y="4343400"/>
            <a:ext cx="6364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2025年8月：  自然検索 ¥16,161,509（78.7%） ＋ 広告経由 ¥4,373,712（21.3%）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2026年8月：  自然検索 ¥15,022,901（63.6%） ＋ 広告経由 ¥8,597,023（36.4%）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自然検索は金額でも構成比でも低下。Amazonの検索順位・レビュー・在庫など、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広告に頼らない土台の見直しが中期の最優先テーマ。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週次推移と広告投下バランス（2026年8月）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Amazon ベンダー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/  2026年8月度 分析レポート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234440"/>
          <a:ext cx="5943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234440"/>
          <a:ext cx="528523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822960"/>
                <a:gridCol w="822960"/>
                <a:gridCol w="731520"/>
                <a:gridCol w="603504"/>
                <a:gridCol w="566928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期間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上代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自然検索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広告経由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ROAS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8/1 – 8/7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¥5,220,585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¥3,415,635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¥1,804,950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¥150,248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1,201%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500件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8/8 – 8/14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¥5,815,329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¥3,612,191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¥2,203,138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¥169,727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1,298%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516件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8/15 – 8/21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¥5,024,224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¥3,234,157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¥1,790,067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¥163,799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1,093%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476件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8/22 – 8/28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¥5,094,338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¥3,268,370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¥1,825,968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¥202,187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903%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488件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8/29 – 8/31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¥2,465,448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¥1,492,548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¥972,900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¥174,460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558%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234件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¥23,619,924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¥15,022,901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¥8,597,023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¥860,421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999%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0E20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2,214件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6629400" y="3310128"/>
            <a:ext cx="5212080" cy="2633472"/>
          </a:xfrm>
          <a:prstGeom prst="roundRect">
            <a:avLst>
              <a:gd name="adj" fmla="val 1736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30568" y="3401568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注目ポイント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6830568" y="3675888"/>
            <a:ext cx="48097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広告費の日平均が月内で急変している。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8/1–8/7   ¥21,464/日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8/29–8/31 ¥58,153/日（2.7倍）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それに伴い ROAS は 1,201% → 1,298% →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1,093% → 903% → 558% と一貫して低下。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月末3日間の ROAS 558% は月平均 999% の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約半分で、投下量の増加が効率を大きく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押し下げている。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売上のピークは第2週（8/8–8/14）¥5.82M。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最終3日間を除けば週あたり ¥5.0〜5.8M で</a:t>
            </a:r>
            <a:endParaRPr lang="en-US" sz="8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安定しており、需要側の変動は小さい。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502920" y="4526280"/>
            <a:ext cx="5943600" cy="1417320"/>
          </a:xfrm>
          <a:prstGeom prst="roundRect">
            <a:avLst>
              <a:gd name="adj" fmla="val 3226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04088" y="4617720"/>
            <a:ext cx="5541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704088" y="4892040"/>
            <a:ext cx="5541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週次で見ると自然検索売上は ¥3.2〜3.6M/週 でほぼ一定。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売上の振れ幅は広告経由（¥1.79M〜2.20M）で生まれている。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月末の追加投下は効率が悪い。予算を月内で均すか、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ROAS 下限を決めて自動的に絞る運用へ切り替えたい。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Amazon広告パフォーマンス（2026年8月）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Amazon ベンダー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インプレッション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9,074,580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+104.0%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8056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クリック数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48,040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CTR 0.53% / 前年比 +100.4%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92440" y="1234440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136245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CPC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1600200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¥18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09397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¥25 / -28.0%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8580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ROAS（広告）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999%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726% / +273pt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48056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広告経由売上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¥8,597,023</a:t>
            </a:r>
            <a:endParaRPr lang="en-US" sz="25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上代の 36.4%（前年 21.3%）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092440" y="2542032"/>
            <a:ext cx="3584448" cy="1170432"/>
          </a:xfrm>
          <a:prstGeom prst="roundRect">
            <a:avLst>
              <a:gd name="adj" fmla="val 4688"/>
            </a:avLst>
          </a:prstGeom>
          <a:solidFill>
            <a:srgbClr val="F3F6FA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75320" y="267004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ACOS（広告）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2907792"/>
            <a:ext cx="3218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10.01%</a:t>
            </a:r>
            <a:endParaRPr lang="en-US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8275320" y="340156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 13.78% / -3.77pt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13632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371600"/>
                <a:gridCol w="109728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CTR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0.54%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-0.01pt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¥860,421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¥602,659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+42.8%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広告経由売上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¥8,597,023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¥4,373,712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+96.6%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ROAS（全体・上代）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2,745%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3,407%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-662pt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TACOS（上代）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3.64%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2.93%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+0.71pt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31" name="Text 27"/>
          <p:cNvSpPr txBox="1"/>
          <p:nvPr/>
        </p:nvSpPr>
        <p:spPr>
          <a:xfrm>
            <a:off x="502920" y="5596128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インプレッション・クリック数・CPC・ROAS（広告）・ACOS（広告）は上部カードに記載。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6492240" y="3913632"/>
            <a:ext cx="5193792" cy="237744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693408" y="400507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考察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693408" y="4279392"/>
            <a:ext cx="4791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広告単体の効率は全指標で改善。インプ +104% /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クリック +100% と露出を倍にしながら CPC は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¥25 → ¥18（-28.0%）へ低下。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ROAS 999%（+273pt）/ ACOS 10.01%（-3.77pt）で、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4チャネル中で圧倒的に高い広告効率。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（楽天BM 270.5% / YAMANIGOLF 372.3% / Yahoo 397%）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一方 全体ROAS は 3,407% → 2,745%、TACOS は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2.93% → 3.64%。広告を増やした分だけ店舗全体の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コスト率は上がっている。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広告の伸びしろはまだあるが、自然検索が減っている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状態での増額は TACOS 悪化に直結する。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実績（2026年8月）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Amazon ベンダー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/  2026年8月度 分析レポート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6002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0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売上（上代）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¥10,341,803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¥9,667,685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+7.0%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売上（下代）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¥6,554,409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¥6,304,896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+4.0%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売上件数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939件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910件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+3.2%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客単価（上代）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¥11,013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¥10,624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7A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+3.7%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店舗内 構成比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43.8%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47.1%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-3.3pt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325880"/>
            <a:ext cx="4187952" cy="4434840"/>
          </a:xfrm>
          <a:prstGeom prst="roundRect">
            <a:avLst>
              <a:gd name="adj" fmla="val 1092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99248" y="141732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分析・考察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99248" y="1691640"/>
            <a:ext cx="378561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JILL STUART 上代 ¥10,341,803（+7.0%）。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Amazon 全体 ¥23,619,924 の 43.8% を占める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最大ブランドで、この1ブランドの動きが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Amazon全体を左右する構造。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ただし伸び率は店舗全体（+15.0%）を下回り、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構成比は 47.1% → 43.8%（-3.3pt）へ低下。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他ブランドが相対的に伸びたことを示す。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件数 +3.2% に対し上代 +7.0%。客単価は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¥10,624 → ¥11,013（+3.7%）で、単価の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高い商品が売れるようになっている。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前月 2026年7月 ¥12,550,949 からは -17.6%。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Amazon全体の前月比 -11.9% より落ち込みが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大きく、8月は JILL STUART が全体の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足を引っ張った形。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 楽天（構成比 42.7%）/ Yahoo（37.6%）でも</a:t>
            </a:r>
            <a:endParaRPr lang="en-US" sz="9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首位であり、3チャネル共通の主力。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3566160"/>
            <a:ext cx="6766560" cy="2148840"/>
          </a:xfrm>
          <a:prstGeom prst="roundRect">
            <a:avLst>
              <a:gd name="adj" fmla="val 2128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4088" y="3657600"/>
            <a:ext cx="6364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本版で作成できていないスライド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04088" y="3931920"/>
            <a:ext cx="6364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運用レポートの「商品別_全体実績（ブランド別）」は、2026年8月・7月とも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JILL STUART の1行のみ入力済みで、他ブランドが未入力のため作成を見送っています。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・ブランド別売上 単月前年比（7月度版 3枚目相当）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・ブランド別 Amazon広告実績（同 4枚目相当）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・BEAMS DESIGN 運用方針 / 競合ASIN・指名KW TOP15（同 5・6枚目相当）</a:t>
            </a:r>
            <a:endParaRPr lang="en-US" sz="9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※「ビームスデザイン広告実績」シートは7月時点のデータのままです。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0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まとめと推奨アクション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7863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BAGMANIA Amazon ベンダー / 店舗分析レポート / 2026年8月度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38251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Confidential  |  BAGMANIA Amazon (ベンダー)  /  2026年8月度 分析レポート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207008"/>
            <a:ext cx="5513832" cy="3931920"/>
          </a:xfrm>
          <a:prstGeom prst="roundRect">
            <a:avLst>
              <a:gd name="adj" fmla="val 1395"/>
            </a:avLst>
          </a:prstGeom>
          <a:solidFill>
            <a:srgbClr val="F0F8F3"/>
          </a:solidFill>
          <a:ln w="12700">
            <a:solidFill>
              <a:srgbClr val="CBE4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成果・ポジティブ指標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上代売上 ¥23,619,924（+15.0%）で4チャネル中最大規模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売上件数 2,214件（+14.1%）と実数で拡大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広告 ROAS 999%（+273pt）/ ACOS 10.01%（-3.77pt）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CPC ¥25 → ¥18（-28.0%）。露出を倍にしつつ単価を低減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インプレッション +104.0% / クリック +100.4%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広告経由売上 ¥8,597,023（+96.6%）でほぼ倍増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広告効率は4チャネル中で圧倒的に高い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（楽天BM 270.5% / YAMANIGOLF 372.3% / Yahoo 397%）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JILL STUART 上代 +7.0%、客単価 +3.7% で単価改善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客単価 ¥10,668（+0.8%）で水準を維持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72200" y="1207008"/>
            <a:ext cx="5513832" cy="3931920"/>
          </a:xfrm>
          <a:prstGeom prst="roundRect">
            <a:avLst>
              <a:gd name="adj" fmla="val 1395"/>
            </a:avLst>
          </a:prstGeom>
          <a:solidFill>
            <a:srgbClr val="EAF1F8"/>
          </a:solidFill>
          <a:ln w="12700">
            <a:solidFill>
              <a:srgbClr val="C6D8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13350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 課題・推奨アクション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73736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自然検索売上 -7.0%（¥16,162K → ¥15,023K）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増収は全額が広告由来。土台が細っている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検索順位・レビュー・在庫・A+ の見直しを最優先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広告経由 構成比 21.3% → 36.4%（+15.1pt）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広告を止めた時の売上耐性が1年で大きく低下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全体ROAS 3,407% → 2,745% / TACOS 2.93% → 3.64%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店舗全体の広告コスト率は悪化。増額は慎重に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月末3日に広告費を集中投下（日平均2.7倍）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ROAS 558% と月平均999%の半分。予算を月内で均す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もしくは ROAS 下限を設定して自動で絞る運用へ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JILL STUART 構成比 -3.3pt / 前月比 -17.6%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全体の前月比 -11.9% より落ち込みが大きい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 運用レポートのブランド別実績が未入力</a:t>
            </a:r>
            <a:endParaRPr lang="en-US" sz="9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→ ブランド別の打ち手が立てられない。入力の運用化を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" y="5257800"/>
            <a:ext cx="11183112" cy="1078992"/>
          </a:xfrm>
          <a:prstGeom prst="roundRect">
            <a:avLst>
              <a:gd name="adj" fmla="val 4237"/>
            </a:avLst>
          </a:prstGeom>
          <a:solidFill>
            <a:srgbClr val="FAFBFD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4088" y="5349240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E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 数値の取り扱いについて（重要）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" y="5623560"/>
            <a:ext cx="10780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本資料の2026年8月売上は日別実績の合計値 ¥23,619,924 を採用しています。運用レポートのサマリ欄は ¥22,828,454 ですが、合計式の範囲が8月31日（¥791,470）を含んでいません。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同じ事象は2026年7月にも発生しており（サマリ ¥26,145,820 / 日別合計 ¥26,805,720・差 ¥659,900）、7月度版の資料もこの影響を受けています。2026年6月・2025年8月は一致しており問題ありません。</a:t>
            </a:r>
            <a:endParaRPr lang="en-US" sz="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1F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根拠：全月で「自然検索売上＋広告経由売上＝上代」が成立するのは日別合計側のみです（2026年8月：¥15,022,901＋¥8,597,023＝¥23,619,924）。運用レポート側の修正をご検討ください。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WAC WORKS</dc:creator>
  <cp:lastModifiedBy>WAC WORKS</cp:lastModifiedBy>
  <cp:revision>1</cp:revision>
  <dcterms:created xsi:type="dcterms:W3CDTF">2026-09-13T12:50:10Z</dcterms:created>
  <dcterms:modified xsi:type="dcterms:W3CDTF">2026-09-13T12:50:10Z</dcterms:modified>
</cp:coreProperties>
</file>